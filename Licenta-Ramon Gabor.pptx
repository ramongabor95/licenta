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7" d="100"/>
          <a:sy n="87" d="100"/>
        </p:scale>
        <p:origin x="341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u diapozitiv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E31B0FAA-04FB-4EA8-9EE2-E133D26794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o-RO"/>
              <a:t>Faceți clic pentru a edita stilul de titlu coordonator</a:t>
            </a:r>
            <a:endParaRPr lang="en-US"/>
          </a:p>
        </p:txBody>
      </p:sp>
      <p:sp>
        <p:nvSpPr>
          <p:cNvPr id="3" name="Subtitlu 2">
            <a:extLst>
              <a:ext uri="{FF2B5EF4-FFF2-40B4-BE49-F238E27FC236}">
                <a16:creationId xmlns:a16="http://schemas.microsoft.com/office/drawing/2014/main" id="{03CE9D5E-8A20-44FA-BCB0-B93495B42F5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o-RO"/>
              <a:t>Faceți clic pentru a edita stilul de subtitlu coordonator</a:t>
            </a:r>
            <a:endParaRPr lang="en-US"/>
          </a:p>
        </p:txBody>
      </p:sp>
      <p:sp>
        <p:nvSpPr>
          <p:cNvPr id="4" name="Substituent dată 3">
            <a:extLst>
              <a:ext uri="{FF2B5EF4-FFF2-40B4-BE49-F238E27FC236}">
                <a16:creationId xmlns:a16="http://schemas.microsoft.com/office/drawing/2014/main" id="{6C0D36E1-7921-4549-AD62-B508460F3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7B64D7-7808-4C1B-BE3D-0F464CBAEF23}" type="datetimeFigureOut">
              <a:rPr lang="en-US" smtClean="0"/>
              <a:t>25-Jun-18</a:t>
            </a:fld>
            <a:endParaRPr lang="en-US"/>
          </a:p>
        </p:txBody>
      </p:sp>
      <p:sp>
        <p:nvSpPr>
          <p:cNvPr id="5" name="Substituent subsol 4">
            <a:extLst>
              <a:ext uri="{FF2B5EF4-FFF2-40B4-BE49-F238E27FC236}">
                <a16:creationId xmlns:a16="http://schemas.microsoft.com/office/drawing/2014/main" id="{8FE64EB7-A1F1-40E5-BBC8-9323AD566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ubstituent număr diapozitiv 5">
            <a:extLst>
              <a:ext uri="{FF2B5EF4-FFF2-40B4-BE49-F238E27FC236}">
                <a16:creationId xmlns:a16="http://schemas.microsoft.com/office/drawing/2014/main" id="{5765A008-4CB1-4437-BAE6-234330B3F8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02FEBB-663E-42C9-A76E-9D090FF5F0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73053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u și conțin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E4FF0446-2BC4-4F83-86C6-1E93C6336D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Faceți clic pentru a edita stilul de titlu coordonator</a:t>
            </a:r>
            <a:endParaRPr lang="en-US"/>
          </a:p>
        </p:txBody>
      </p:sp>
      <p:sp>
        <p:nvSpPr>
          <p:cNvPr id="3" name="Substituent conținut 2">
            <a:extLst>
              <a:ext uri="{FF2B5EF4-FFF2-40B4-BE49-F238E27FC236}">
                <a16:creationId xmlns:a16="http://schemas.microsoft.com/office/drawing/2014/main" id="{A992BD1D-3E85-4901-9F70-71229BE631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o-RO"/>
              <a:t>Editați stilurile de text coordonator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  <a:endParaRPr lang="en-US"/>
          </a:p>
        </p:txBody>
      </p:sp>
      <p:sp>
        <p:nvSpPr>
          <p:cNvPr id="4" name="Substituent dată 3">
            <a:extLst>
              <a:ext uri="{FF2B5EF4-FFF2-40B4-BE49-F238E27FC236}">
                <a16:creationId xmlns:a16="http://schemas.microsoft.com/office/drawing/2014/main" id="{59538EFA-561C-4210-9D38-512E485AFB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7B64D7-7808-4C1B-BE3D-0F464CBAEF23}" type="datetimeFigureOut">
              <a:rPr lang="en-US" smtClean="0"/>
              <a:t>25-Jun-18</a:t>
            </a:fld>
            <a:endParaRPr lang="en-US"/>
          </a:p>
        </p:txBody>
      </p:sp>
      <p:sp>
        <p:nvSpPr>
          <p:cNvPr id="5" name="Substituent subsol 4">
            <a:extLst>
              <a:ext uri="{FF2B5EF4-FFF2-40B4-BE49-F238E27FC236}">
                <a16:creationId xmlns:a16="http://schemas.microsoft.com/office/drawing/2014/main" id="{95028D26-65FB-485A-8BB7-FC77055CB1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ubstituent număr diapozitiv 5">
            <a:extLst>
              <a:ext uri="{FF2B5EF4-FFF2-40B4-BE49-F238E27FC236}">
                <a16:creationId xmlns:a16="http://schemas.microsoft.com/office/drawing/2014/main" id="{7827A1D9-4857-46D4-9070-4B59CFB65B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02FEBB-663E-42C9-A76E-9D090FF5F0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3968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ntet secțiu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2CA9B7C6-CD9F-452C-BD30-4DD6BAF55B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o-RO"/>
              <a:t>Faceți clic pentru a edita stilul de titlu coordonator</a:t>
            </a:r>
            <a:endParaRPr lang="en-US"/>
          </a:p>
        </p:txBody>
      </p:sp>
      <p:sp>
        <p:nvSpPr>
          <p:cNvPr id="3" name="Substituent text 2">
            <a:extLst>
              <a:ext uri="{FF2B5EF4-FFF2-40B4-BE49-F238E27FC236}">
                <a16:creationId xmlns:a16="http://schemas.microsoft.com/office/drawing/2014/main" id="{BD0EC6FE-7696-4B0B-8931-EC0E443A61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o-RO"/>
              <a:t>Editați stilurile de text coordonator</a:t>
            </a:r>
          </a:p>
        </p:txBody>
      </p:sp>
      <p:sp>
        <p:nvSpPr>
          <p:cNvPr id="4" name="Substituent dată 3">
            <a:extLst>
              <a:ext uri="{FF2B5EF4-FFF2-40B4-BE49-F238E27FC236}">
                <a16:creationId xmlns:a16="http://schemas.microsoft.com/office/drawing/2014/main" id="{BB2D9298-CC6B-4BB8-B453-A9A3E0A88D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7B64D7-7808-4C1B-BE3D-0F464CBAEF23}" type="datetimeFigureOut">
              <a:rPr lang="en-US" smtClean="0"/>
              <a:t>25-Jun-18</a:t>
            </a:fld>
            <a:endParaRPr lang="en-US"/>
          </a:p>
        </p:txBody>
      </p:sp>
      <p:sp>
        <p:nvSpPr>
          <p:cNvPr id="5" name="Substituent subsol 4">
            <a:extLst>
              <a:ext uri="{FF2B5EF4-FFF2-40B4-BE49-F238E27FC236}">
                <a16:creationId xmlns:a16="http://schemas.microsoft.com/office/drawing/2014/main" id="{8554E36D-7222-4A3D-97D7-CA56C78FB5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ubstituent număr diapozitiv 5">
            <a:extLst>
              <a:ext uri="{FF2B5EF4-FFF2-40B4-BE49-F238E27FC236}">
                <a16:creationId xmlns:a16="http://schemas.microsoft.com/office/drawing/2014/main" id="{658151CF-AAF8-4994-AD2F-BC783A9BD3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02FEBB-663E-42C9-A76E-9D090FF5F0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95662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uă tipuri de conțin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0F5800A0-ECB6-4C47-9AFD-F5CF9448CE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Faceți clic pentru a edita stilul de titlu coordonator</a:t>
            </a:r>
            <a:endParaRPr lang="en-US"/>
          </a:p>
        </p:txBody>
      </p:sp>
      <p:sp>
        <p:nvSpPr>
          <p:cNvPr id="3" name="Substituent conținut 2">
            <a:extLst>
              <a:ext uri="{FF2B5EF4-FFF2-40B4-BE49-F238E27FC236}">
                <a16:creationId xmlns:a16="http://schemas.microsoft.com/office/drawing/2014/main" id="{AF086584-F39E-49D7-8611-3A7CFA65829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o-RO"/>
              <a:t>Editați stilurile de text coordonator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  <a:endParaRPr lang="en-US"/>
          </a:p>
        </p:txBody>
      </p:sp>
      <p:sp>
        <p:nvSpPr>
          <p:cNvPr id="4" name="Substituent conținut 3">
            <a:extLst>
              <a:ext uri="{FF2B5EF4-FFF2-40B4-BE49-F238E27FC236}">
                <a16:creationId xmlns:a16="http://schemas.microsoft.com/office/drawing/2014/main" id="{9190A2D6-E689-42DE-BAA8-2EE02D606F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o-RO"/>
              <a:t>Editați stilurile de text coordonator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  <a:endParaRPr lang="en-US"/>
          </a:p>
        </p:txBody>
      </p:sp>
      <p:sp>
        <p:nvSpPr>
          <p:cNvPr id="5" name="Substituent dată 4">
            <a:extLst>
              <a:ext uri="{FF2B5EF4-FFF2-40B4-BE49-F238E27FC236}">
                <a16:creationId xmlns:a16="http://schemas.microsoft.com/office/drawing/2014/main" id="{14DB7490-41C3-4ACC-858A-B15E6CD238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7B64D7-7808-4C1B-BE3D-0F464CBAEF23}" type="datetimeFigureOut">
              <a:rPr lang="en-US" smtClean="0"/>
              <a:t>25-Jun-18</a:t>
            </a:fld>
            <a:endParaRPr lang="en-US"/>
          </a:p>
        </p:txBody>
      </p:sp>
      <p:sp>
        <p:nvSpPr>
          <p:cNvPr id="6" name="Substituent subsol 5">
            <a:extLst>
              <a:ext uri="{FF2B5EF4-FFF2-40B4-BE49-F238E27FC236}">
                <a16:creationId xmlns:a16="http://schemas.microsoft.com/office/drawing/2014/main" id="{9E4F630E-887B-41A2-8361-4B6A8404F1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ubstituent număr diapozitiv 6">
            <a:extLst>
              <a:ext uri="{FF2B5EF4-FFF2-40B4-BE49-F238E27FC236}">
                <a16:creationId xmlns:a16="http://schemas.microsoft.com/office/drawing/2014/main" id="{464A0BAB-FE47-4208-BC6A-9C752FE820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02FEBB-663E-42C9-A76E-9D090FF5F0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44530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ț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0AC0EA02-9D65-4CF3-A136-DFF9BEE2D5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o-RO"/>
              <a:t>Faceți clic pentru a edita stilul de titlu coordonator</a:t>
            </a:r>
            <a:endParaRPr lang="en-US"/>
          </a:p>
        </p:txBody>
      </p:sp>
      <p:sp>
        <p:nvSpPr>
          <p:cNvPr id="3" name="Substituent text 2">
            <a:extLst>
              <a:ext uri="{FF2B5EF4-FFF2-40B4-BE49-F238E27FC236}">
                <a16:creationId xmlns:a16="http://schemas.microsoft.com/office/drawing/2014/main" id="{956EBD80-6D3F-40DD-BAFE-77A9D1C23D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o-RO"/>
              <a:t>Editați stilurile de text coordonator</a:t>
            </a:r>
          </a:p>
        </p:txBody>
      </p:sp>
      <p:sp>
        <p:nvSpPr>
          <p:cNvPr id="4" name="Substituent conținut 3">
            <a:extLst>
              <a:ext uri="{FF2B5EF4-FFF2-40B4-BE49-F238E27FC236}">
                <a16:creationId xmlns:a16="http://schemas.microsoft.com/office/drawing/2014/main" id="{5B960CF5-3E17-4622-A83C-11EA319514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o-RO"/>
              <a:t>Editați stilurile de text coordonator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  <a:endParaRPr lang="en-US"/>
          </a:p>
        </p:txBody>
      </p:sp>
      <p:sp>
        <p:nvSpPr>
          <p:cNvPr id="5" name="Substituent text 4">
            <a:extLst>
              <a:ext uri="{FF2B5EF4-FFF2-40B4-BE49-F238E27FC236}">
                <a16:creationId xmlns:a16="http://schemas.microsoft.com/office/drawing/2014/main" id="{B98DFB08-1DC8-4AA8-A411-A5ED40366D1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o-RO"/>
              <a:t>Editați stilurile de text coordonator</a:t>
            </a:r>
          </a:p>
        </p:txBody>
      </p:sp>
      <p:sp>
        <p:nvSpPr>
          <p:cNvPr id="6" name="Substituent conținut 5">
            <a:extLst>
              <a:ext uri="{FF2B5EF4-FFF2-40B4-BE49-F238E27FC236}">
                <a16:creationId xmlns:a16="http://schemas.microsoft.com/office/drawing/2014/main" id="{438E8A0B-0B92-4D7E-B7B9-E9E4381CEDE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o-RO"/>
              <a:t>Editați stilurile de text coordonator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  <a:endParaRPr lang="en-US"/>
          </a:p>
        </p:txBody>
      </p:sp>
      <p:sp>
        <p:nvSpPr>
          <p:cNvPr id="7" name="Substituent dată 6">
            <a:extLst>
              <a:ext uri="{FF2B5EF4-FFF2-40B4-BE49-F238E27FC236}">
                <a16:creationId xmlns:a16="http://schemas.microsoft.com/office/drawing/2014/main" id="{85722DDC-66D6-4CB3-81C3-D02D3F7DE6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7B64D7-7808-4C1B-BE3D-0F464CBAEF23}" type="datetimeFigureOut">
              <a:rPr lang="en-US" smtClean="0"/>
              <a:t>25-Jun-18</a:t>
            </a:fld>
            <a:endParaRPr lang="en-US"/>
          </a:p>
        </p:txBody>
      </p:sp>
      <p:sp>
        <p:nvSpPr>
          <p:cNvPr id="8" name="Substituent subsol 7">
            <a:extLst>
              <a:ext uri="{FF2B5EF4-FFF2-40B4-BE49-F238E27FC236}">
                <a16:creationId xmlns:a16="http://schemas.microsoft.com/office/drawing/2014/main" id="{05FA5A07-0F32-494D-A6BD-61D99485F8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ubstituent număr diapozitiv 8">
            <a:extLst>
              <a:ext uri="{FF2B5EF4-FFF2-40B4-BE49-F238E27FC236}">
                <a16:creationId xmlns:a16="http://schemas.microsoft.com/office/drawing/2014/main" id="{69381AAF-947C-44A2-9690-B2E0528919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02FEBB-663E-42C9-A76E-9D090FF5F0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91327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Doar tit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B5809E8D-0358-42FD-AD88-B0014E3D04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Faceți clic pentru a edita stilul de titlu coordonator</a:t>
            </a:r>
            <a:endParaRPr lang="en-US"/>
          </a:p>
        </p:txBody>
      </p:sp>
      <p:sp>
        <p:nvSpPr>
          <p:cNvPr id="3" name="Substituent dată 2">
            <a:extLst>
              <a:ext uri="{FF2B5EF4-FFF2-40B4-BE49-F238E27FC236}">
                <a16:creationId xmlns:a16="http://schemas.microsoft.com/office/drawing/2014/main" id="{E45D1CBD-479E-44E5-A20C-8DD7879586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7B64D7-7808-4C1B-BE3D-0F464CBAEF23}" type="datetimeFigureOut">
              <a:rPr lang="en-US" smtClean="0"/>
              <a:t>25-Jun-18</a:t>
            </a:fld>
            <a:endParaRPr lang="en-US"/>
          </a:p>
        </p:txBody>
      </p:sp>
      <p:sp>
        <p:nvSpPr>
          <p:cNvPr id="4" name="Substituent subsol 3">
            <a:extLst>
              <a:ext uri="{FF2B5EF4-FFF2-40B4-BE49-F238E27FC236}">
                <a16:creationId xmlns:a16="http://schemas.microsoft.com/office/drawing/2014/main" id="{16EA8947-3685-496A-9016-69F08CBF6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ubstituent număr diapozitiv 4">
            <a:extLst>
              <a:ext uri="{FF2B5EF4-FFF2-40B4-BE49-F238E27FC236}">
                <a16:creationId xmlns:a16="http://schemas.microsoft.com/office/drawing/2014/main" id="{7A086BD2-E51C-435B-9EDB-A60F9F1F67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02FEBB-663E-42C9-A76E-9D090FF5F0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75619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Necomplet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stituent dată 1">
            <a:extLst>
              <a:ext uri="{FF2B5EF4-FFF2-40B4-BE49-F238E27FC236}">
                <a16:creationId xmlns:a16="http://schemas.microsoft.com/office/drawing/2014/main" id="{26048C0F-F976-4081-A651-3DFADCB03B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7B64D7-7808-4C1B-BE3D-0F464CBAEF23}" type="datetimeFigureOut">
              <a:rPr lang="en-US" smtClean="0"/>
              <a:t>25-Jun-18</a:t>
            </a:fld>
            <a:endParaRPr lang="en-US"/>
          </a:p>
        </p:txBody>
      </p:sp>
      <p:sp>
        <p:nvSpPr>
          <p:cNvPr id="3" name="Substituent subsol 2">
            <a:extLst>
              <a:ext uri="{FF2B5EF4-FFF2-40B4-BE49-F238E27FC236}">
                <a16:creationId xmlns:a16="http://schemas.microsoft.com/office/drawing/2014/main" id="{C5841CB5-4D13-460B-8ED5-A6AC1E87BB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ubstituent număr diapozitiv 3">
            <a:extLst>
              <a:ext uri="{FF2B5EF4-FFF2-40B4-BE49-F238E27FC236}">
                <a16:creationId xmlns:a16="http://schemas.microsoft.com/office/drawing/2014/main" id="{EFCE918E-1D23-40A4-BD0C-91F5BB8E71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02FEBB-663E-42C9-A76E-9D090FF5F0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26612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ținut cu legend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205DFBC2-CC62-4E84-B148-B68DF4FC2F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o-RO"/>
              <a:t>Faceți clic pentru a edita stilul de titlu coordonator</a:t>
            </a:r>
            <a:endParaRPr lang="en-US"/>
          </a:p>
        </p:txBody>
      </p:sp>
      <p:sp>
        <p:nvSpPr>
          <p:cNvPr id="3" name="Substituent conținut 2">
            <a:extLst>
              <a:ext uri="{FF2B5EF4-FFF2-40B4-BE49-F238E27FC236}">
                <a16:creationId xmlns:a16="http://schemas.microsoft.com/office/drawing/2014/main" id="{F838203B-8D09-47D7-9230-EB9D7EEC54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o-RO"/>
              <a:t>Editați stilurile de text coordonator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  <a:endParaRPr lang="en-US"/>
          </a:p>
        </p:txBody>
      </p:sp>
      <p:sp>
        <p:nvSpPr>
          <p:cNvPr id="4" name="Substituent text 3">
            <a:extLst>
              <a:ext uri="{FF2B5EF4-FFF2-40B4-BE49-F238E27FC236}">
                <a16:creationId xmlns:a16="http://schemas.microsoft.com/office/drawing/2014/main" id="{3FF7229D-8C5F-4A0A-876E-A8378082F1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o-RO"/>
              <a:t>Editați stilurile de text coordonator</a:t>
            </a:r>
          </a:p>
        </p:txBody>
      </p:sp>
      <p:sp>
        <p:nvSpPr>
          <p:cNvPr id="5" name="Substituent dată 4">
            <a:extLst>
              <a:ext uri="{FF2B5EF4-FFF2-40B4-BE49-F238E27FC236}">
                <a16:creationId xmlns:a16="http://schemas.microsoft.com/office/drawing/2014/main" id="{CA63F452-3AEA-4B93-8EC7-24F30EF6F1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7B64D7-7808-4C1B-BE3D-0F464CBAEF23}" type="datetimeFigureOut">
              <a:rPr lang="en-US" smtClean="0"/>
              <a:t>25-Jun-18</a:t>
            </a:fld>
            <a:endParaRPr lang="en-US"/>
          </a:p>
        </p:txBody>
      </p:sp>
      <p:sp>
        <p:nvSpPr>
          <p:cNvPr id="6" name="Substituent subsol 5">
            <a:extLst>
              <a:ext uri="{FF2B5EF4-FFF2-40B4-BE49-F238E27FC236}">
                <a16:creationId xmlns:a16="http://schemas.microsoft.com/office/drawing/2014/main" id="{C44293FE-D301-40C5-A2AD-6579BFC60C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ubstituent număr diapozitiv 6">
            <a:extLst>
              <a:ext uri="{FF2B5EF4-FFF2-40B4-BE49-F238E27FC236}">
                <a16:creationId xmlns:a16="http://schemas.microsoft.com/office/drawing/2014/main" id="{52A3D100-C5D4-46A6-AE7F-744ADA13F1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02FEBB-663E-42C9-A76E-9D090FF5F0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51055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ine cu legend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5E9F26D3-BB74-4AE2-B329-0B91F5888C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o-RO"/>
              <a:t>Faceți clic pentru a edita stilul de titlu coordonator</a:t>
            </a:r>
            <a:endParaRPr lang="en-US"/>
          </a:p>
        </p:txBody>
      </p:sp>
      <p:sp>
        <p:nvSpPr>
          <p:cNvPr id="3" name="Substituent imagine 2">
            <a:extLst>
              <a:ext uri="{FF2B5EF4-FFF2-40B4-BE49-F238E27FC236}">
                <a16:creationId xmlns:a16="http://schemas.microsoft.com/office/drawing/2014/main" id="{FAE98828-75C8-4B73-9F84-4300D336C8B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Substituent text 3">
            <a:extLst>
              <a:ext uri="{FF2B5EF4-FFF2-40B4-BE49-F238E27FC236}">
                <a16:creationId xmlns:a16="http://schemas.microsoft.com/office/drawing/2014/main" id="{A8AECCC3-A196-4CB2-A6CD-BDEC3E7F14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o-RO"/>
              <a:t>Editați stilurile de text coordonator</a:t>
            </a:r>
          </a:p>
        </p:txBody>
      </p:sp>
      <p:sp>
        <p:nvSpPr>
          <p:cNvPr id="5" name="Substituent dată 4">
            <a:extLst>
              <a:ext uri="{FF2B5EF4-FFF2-40B4-BE49-F238E27FC236}">
                <a16:creationId xmlns:a16="http://schemas.microsoft.com/office/drawing/2014/main" id="{5ACFEACB-B4C7-4510-9D05-9F9AECBADA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7B64D7-7808-4C1B-BE3D-0F464CBAEF23}" type="datetimeFigureOut">
              <a:rPr lang="en-US" smtClean="0"/>
              <a:t>25-Jun-18</a:t>
            </a:fld>
            <a:endParaRPr lang="en-US"/>
          </a:p>
        </p:txBody>
      </p:sp>
      <p:sp>
        <p:nvSpPr>
          <p:cNvPr id="6" name="Substituent subsol 5">
            <a:extLst>
              <a:ext uri="{FF2B5EF4-FFF2-40B4-BE49-F238E27FC236}">
                <a16:creationId xmlns:a16="http://schemas.microsoft.com/office/drawing/2014/main" id="{6F2E378D-6ED4-42D3-9DF6-A52A333876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ubstituent număr diapozitiv 6">
            <a:extLst>
              <a:ext uri="{FF2B5EF4-FFF2-40B4-BE49-F238E27FC236}">
                <a16:creationId xmlns:a16="http://schemas.microsoft.com/office/drawing/2014/main" id="{4F54D6F3-65A8-43B1-B130-29A2EE61B7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02FEBB-663E-42C9-A76E-9D090FF5F0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56063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ext vertical și tit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D7C2F853-37DB-479A-B234-C2FFB7FF3A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Faceți clic pentru a edita stilul de titlu coordonator</a:t>
            </a:r>
            <a:endParaRPr lang="en-US"/>
          </a:p>
        </p:txBody>
      </p:sp>
      <p:sp>
        <p:nvSpPr>
          <p:cNvPr id="3" name="Substituent text vertical 2">
            <a:extLst>
              <a:ext uri="{FF2B5EF4-FFF2-40B4-BE49-F238E27FC236}">
                <a16:creationId xmlns:a16="http://schemas.microsoft.com/office/drawing/2014/main" id="{DE1EA675-56D0-4BB4-9524-602011C9A0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o-RO"/>
              <a:t>Editați stilurile de text coordonator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  <a:endParaRPr lang="en-US"/>
          </a:p>
        </p:txBody>
      </p:sp>
      <p:sp>
        <p:nvSpPr>
          <p:cNvPr id="4" name="Substituent dată 3">
            <a:extLst>
              <a:ext uri="{FF2B5EF4-FFF2-40B4-BE49-F238E27FC236}">
                <a16:creationId xmlns:a16="http://schemas.microsoft.com/office/drawing/2014/main" id="{1A69B8A2-8471-4E61-9FAD-3512FD6BB8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7B64D7-7808-4C1B-BE3D-0F464CBAEF23}" type="datetimeFigureOut">
              <a:rPr lang="en-US" smtClean="0"/>
              <a:t>25-Jun-18</a:t>
            </a:fld>
            <a:endParaRPr lang="en-US"/>
          </a:p>
        </p:txBody>
      </p:sp>
      <p:sp>
        <p:nvSpPr>
          <p:cNvPr id="5" name="Substituent subsol 4">
            <a:extLst>
              <a:ext uri="{FF2B5EF4-FFF2-40B4-BE49-F238E27FC236}">
                <a16:creationId xmlns:a16="http://schemas.microsoft.com/office/drawing/2014/main" id="{6C7B574C-ED2A-4CE6-B7EE-6605B614E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ubstituent număr diapozitiv 5">
            <a:extLst>
              <a:ext uri="{FF2B5EF4-FFF2-40B4-BE49-F238E27FC236}">
                <a16:creationId xmlns:a16="http://schemas.microsoft.com/office/drawing/2014/main" id="{D06CFB9F-909C-42F5-B415-E7AC31E4D3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02FEBB-663E-42C9-A76E-9D090FF5F0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62867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lu vertical și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vertical 1">
            <a:extLst>
              <a:ext uri="{FF2B5EF4-FFF2-40B4-BE49-F238E27FC236}">
                <a16:creationId xmlns:a16="http://schemas.microsoft.com/office/drawing/2014/main" id="{FA51E742-32C7-411A-A20F-C0DC1783426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o-RO"/>
              <a:t>Faceți clic pentru a edita stilul de titlu coordonator</a:t>
            </a:r>
            <a:endParaRPr lang="en-US"/>
          </a:p>
        </p:txBody>
      </p:sp>
      <p:sp>
        <p:nvSpPr>
          <p:cNvPr id="3" name="Substituent text vertical 2">
            <a:extLst>
              <a:ext uri="{FF2B5EF4-FFF2-40B4-BE49-F238E27FC236}">
                <a16:creationId xmlns:a16="http://schemas.microsoft.com/office/drawing/2014/main" id="{C766C960-9F45-4FCE-8B9C-CED700244D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o-RO"/>
              <a:t>Editați stilurile de text coordonator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  <a:endParaRPr lang="en-US"/>
          </a:p>
        </p:txBody>
      </p:sp>
      <p:sp>
        <p:nvSpPr>
          <p:cNvPr id="4" name="Substituent dată 3">
            <a:extLst>
              <a:ext uri="{FF2B5EF4-FFF2-40B4-BE49-F238E27FC236}">
                <a16:creationId xmlns:a16="http://schemas.microsoft.com/office/drawing/2014/main" id="{45F1F23C-1AB5-4785-9051-B19A374C72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7B64D7-7808-4C1B-BE3D-0F464CBAEF23}" type="datetimeFigureOut">
              <a:rPr lang="en-US" smtClean="0"/>
              <a:t>25-Jun-18</a:t>
            </a:fld>
            <a:endParaRPr lang="en-US"/>
          </a:p>
        </p:txBody>
      </p:sp>
      <p:sp>
        <p:nvSpPr>
          <p:cNvPr id="5" name="Substituent subsol 4">
            <a:extLst>
              <a:ext uri="{FF2B5EF4-FFF2-40B4-BE49-F238E27FC236}">
                <a16:creationId xmlns:a16="http://schemas.microsoft.com/office/drawing/2014/main" id="{1DA43F57-AD87-4294-B0BA-5BC00A0475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ubstituent număr diapozitiv 5">
            <a:extLst>
              <a:ext uri="{FF2B5EF4-FFF2-40B4-BE49-F238E27FC236}">
                <a16:creationId xmlns:a16="http://schemas.microsoft.com/office/drawing/2014/main" id="{F8CDE3BD-9256-4E49-A9DE-09530D4BD9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02FEBB-663E-42C9-A76E-9D090FF5F0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82984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stituent titlu 1">
            <a:extLst>
              <a:ext uri="{FF2B5EF4-FFF2-40B4-BE49-F238E27FC236}">
                <a16:creationId xmlns:a16="http://schemas.microsoft.com/office/drawing/2014/main" id="{244045FD-0D72-49B5-934C-4264B98363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o-RO"/>
              <a:t>Faceți clic pentru a edita stilul de titlu coordonator</a:t>
            </a:r>
            <a:endParaRPr lang="en-US"/>
          </a:p>
        </p:txBody>
      </p:sp>
      <p:sp>
        <p:nvSpPr>
          <p:cNvPr id="3" name="Substituent text 2">
            <a:extLst>
              <a:ext uri="{FF2B5EF4-FFF2-40B4-BE49-F238E27FC236}">
                <a16:creationId xmlns:a16="http://schemas.microsoft.com/office/drawing/2014/main" id="{B9305E52-6BAD-4117-9299-820CE3D114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o-RO"/>
              <a:t>Editați stilurile de text coordonator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  <a:endParaRPr lang="en-US"/>
          </a:p>
        </p:txBody>
      </p:sp>
      <p:sp>
        <p:nvSpPr>
          <p:cNvPr id="4" name="Substituent dată 3">
            <a:extLst>
              <a:ext uri="{FF2B5EF4-FFF2-40B4-BE49-F238E27FC236}">
                <a16:creationId xmlns:a16="http://schemas.microsoft.com/office/drawing/2014/main" id="{18423804-89E0-4FFA-9B62-BDAA8D0833A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7B64D7-7808-4C1B-BE3D-0F464CBAEF23}" type="datetimeFigureOut">
              <a:rPr lang="en-US" smtClean="0"/>
              <a:t>25-Jun-18</a:t>
            </a:fld>
            <a:endParaRPr lang="en-US"/>
          </a:p>
        </p:txBody>
      </p:sp>
      <p:sp>
        <p:nvSpPr>
          <p:cNvPr id="5" name="Substituent subsol 4">
            <a:extLst>
              <a:ext uri="{FF2B5EF4-FFF2-40B4-BE49-F238E27FC236}">
                <a16:creationId xmlns:a16="http://schemas.microsoft.com/office/drawing/2014/main" id="{CA46E64D-4C56-446A-9FD9-E4D3729F7BC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ubstituent număr diapozitiv 5">
            <a:extLst>
              <a:ext uri="{FF2B5EF4-FFF2-40B4-BE49-F238E27FC236}">
                <a16:creationId xmlns:a16="http://schemas.microsoft.com/office/drawing/2014/main" id="{74FB646B-8DF9-45F6-BC10-CA05375677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02FEBB-663E-42C9-A76E-9D090FF5F0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0711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93F31AE3-8BB2-47DA-B3C2-B6F911379BE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Blood </a:t>
            </a:r>
            <a:r>
              <a:rPr lang="en-US"/>
              <a:t>Bank Management System</a:t>
            </a:r>
          </a:p>
        </p:txBody>
      </p:sp>
      <p:sp>
        <p:nvSpPr>
          <p:cNvPr id="3" name="Subtitlu 2">
            <a:extLst>
              <a:ext uri="{FF2B5EF4-FFF2-40B4-BE49-F238E27FC236}">
                <a16:creationId xmlns:a16="http://schemas.microsoft.com/office/drawing/2014/main" id="{6EFB2F24-6FCD-4167-B680-11980941D24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3056523"/>
      </p:ext>
    </p:extLst>
  </p:cSld>
  <p:clrMapOvr>
    <a:masterClrMapping/>
  </p:clrMapOvr>
</p:sld>
</file>

<file path=ppt/theme/theme1.xml><?xml version="1.0" encoding="utf-8"?>
<a:theme xmlns:a="http://schemas.openxmlformats.org/drawingml/2006/main" name="Temă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</Words>
  <Application>Microsoft Office PowerPoint</Application>
  <PresentationFormat>Ecran lat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Fonturi utilizate</vt:lpstr>
      </vt:variant>
      <vt:variant>
        <vt:i4>3</vt:i4>
      </vt:variant>
      <vt:variant>
        <vt:lpstr>Temă</vt:lpstr>
      </vt:variant>
      <vt:variant>
        <vt:i4>1</vt:i4>
      </vt:variant>
      <vt:variant>
        <vt:lpstr>Titluri diapozitive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Temă Office</vt:lpstr>
      <vt:lpstr>Blood Bank Management System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Blood Bank Management System</dc:title>
  <dc:creator>Shared.Ramon Gabor</dc:creator>
  <cp:lastModifiedBy>Shared.Ramon Gabor</cp:lastModifiedBy>
  <cp:revision>1</cp:revision>
  <dcterms:created xsi:type="dcterms:W3CDTF">2018-06-25T06:49:09Z</dcterms:created>
  <dcterms:modified xsi:type="dcterms:W3CDTF">2018-06-25T06:49:30Z</dcterms:modified>
</cp:coreProperties>
</file>